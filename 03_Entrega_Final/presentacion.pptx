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jvHUhi7s3P7suUFHMH3+20Clpw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2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6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6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6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7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7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41617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AI-Scaling-Up-Advisor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Juan Felipe Jojoa Crespo - Felipe Rojas Prado </a:t>
            </a:r>
            <a:r>
              <a:rPr lang="en-US">
                <a:solidFill>
                  <a:srgbClr val="888888"/>
                </a:solidFill>
              </a:rPr>
              <a:t>- Departamento comercial y de mercadeo de la Universidad Icesi</a:t>
            </a:r>
            <a:endParaRPr/>
          </a:p>
          <a:p>
            <a:pPr indent="0" lvl="0" marL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>
                <a:solidFill>
                  <a:srgbClr val="888888"/>
                </a:solidFill>
              </a:rPr>
              <a:t>Fecha:</a:t>
            </a:r>
            <a:r>
              <a:rPr lang="en-US"/>
              <a:t> </a:t>
            </a:r>
            <a:r>
              <a:rPr lang="en-US">
                <a:solidFill>
                  <a:srgbClr val="888888"/>
                </a:solidFill>
              </a:rPr>
              <a:t>11/11</a:t>
            </a:r>
            <a:r>
              <a:rPr lang="en-US"/>
              <a:t>/2025</a:t>
            </a:r>
            <a:endParaRPr/>
          </a:p>
        </p:txBody>
      </p:sp>
      <p:pic>
        <p:nvPicPr>
          <p:cNvPr id="86" name="Google Shape;86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9188" y="304800"/>
            <a:ext cx="1825626" cy="182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Problema identificado</a:t>
            </a:r>
            <a:endParaRPr/>
          </a:p>
        </p:txBody>
      </p:sp>
      <p:sp>
        <p:nvSpPr>
          <p:cNvPr id="92" name="Google Shape;92;p2"/>
          <p:cNvSpPr txBox="1"/>
          <p:nvPr>
            <p:ph idx="1" type="body"/>
          </p:nvPr>
        </p:nvSpPr>
        <p:spPr>
          <a:xfrm>
            <a:off x="457200" y="1417650"/>
            <a:ext cx="8229600" cy="35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Las empresas en fase de escalamiento pierden tiempo y foco porque la información sobre personas, estrategia, ejecución y flujo de caja está dispersa; los diagnósticos tradicionales son lentos, costosos y generan reportes extensos poco accionables que retrasan la priorización y la alineación del equipo.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6525" y="5107275"/>
            <a:ext cx="3670948" cy="151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Objetivos del proyecto</a:t>
            </a:r>
            <a:endParaRPr/>
          </a:p>
        </p:txBody>
      </p:sp>
      <p:sp>
        <p:nvSpPr>
          <p:cNvPr id="99" name="Google Shape;99;p3"/>
          <p:cNvSpPr txBox="1"/>
          <p:nvPr>
            <p:ph idx="1" type="body"/>
          </p:nvPr>
        </p:nvSpPr>
        <p:spPr>
          <a:xfrm>
            <a:off x="457200" y="12765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Reducir drásticamente el tiempo de obtención de un diagnóstico estratégico ejecutivo, generar prioridades y recomendaciones claras en minutos, estandarizar puntajes (People, Strategy, Execution, Cash) y habilitar un informe compacto que mejore la toma de decisiones sin dependencia de consultoría externa.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2654" y="4899700"/>
            <a:ext cx="3098700" cy="171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Solución propuesta</a:t>
            </a:r>
            <a:endParaRPr/>
          </a:p>
        </p:txBody>
      </p:sp>
      <p:sp>
        <p:nvSpPr>
          <p:cNvPr id="106" name="Google Shape;106;p4"/>
          <p:cNvSpPr txBox="1"/>
          <p:nvPr>
            <p:ph idx="1" type="body"/>
          </p:nvPr>
        </p:nvSpPr>
        <p:spPr>
          <a:xfrm>
            <a:off x="380150" y="13227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Aplicación web con cuestionario rápido y sesión persistente que calcula puntajes y usa IA generativa (LLM Groq) para producir un resumen rápido y un PDF ejecutivo con prioridades y acciones deduplicadas, incorporando limpieza semántica y exportación de datos para análisis agregado.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8188" y="5048399"/>
            <a:ext cx="4273526" cy="1562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Arquitectura del sistema</a:t>
            </a:r>
            <a:endParaRPr/>
          </a:p>
        </p:txBody>
      </p:sp>
      <p:sp>
        <p:nvSpPr>
          <p:cNvPr id="113" name="Google Shape;113;p5"/>
          <p:cNvSpPr txBox="1"/>
          <p:nvPr>
            <p:ph idx="1" type="body"/>
          </p:nvPr>
        </p:nvSpPr>
        <p:spPr>
          <a:xfrm>
            <a:off x="457200" y="13074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Frontend SPA (HTML/CSS/JS) gestiona autenticación y captura de respuestas; backend FastAPI maneja sesiones, cifrado básico y endpoints de resumen y reporte; capa LLM procesa prompt estructurado y se posprocesa (limpieza/dedup); almacenamiento en SQLite y exportación a Excel; generación de PDF sin gráficos innecesarios.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4" name="Google Shape;11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11425" y="5384700"/>
            <a:ext cx="2521150" cy="131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Resultados y validación</a:t>
            </a:r>
            <a:endParaRPr/>
          </a:p>
        </p:txBody>
      </p:sp>
      <p:sp>
        <p:nvSpPr>
          <p:cNvPr id="120" name="Google Shape;120;p6"/>
          <p:cNvSpPr txBox="1"/>
          <p:nvPr>
            <p:ph idx="1" type="body"/>
          </p:nvPr>
        </p:nvSpPr>
        <p:spPr>
          <a:xfrm>
            <a:off x="457200" y="123035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Diagnóstico y reporte generados en menos de tres segundos tras finalizar preguntas, narrativas coherentes y breves, prioridades alineadas a áreas de menor puntaje, recomendaciones accionables depuradas, mejor claridad percibida tras eliminar el gráfico y capacidad de auditoría mediante exportación estructurada.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6613" y="5302050"/>
            <a:ext cx="2750775" cy="128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6. Conclusiones y próximos pasos</a:t>
            </a:r>
            <a:endParaRPr/>
          </a:p>
        </p:txBody>
      </p:sp>
      <p:sp>
        <p:nvSpPr>
          <p:cNvPr id="127" name="Google Shape;127;p7"/>
          <p:cNvSpPr txBox="1"/>
          <p:nvPr>
            <p:ph idx="1" type="body"/>
          </p:nvPr>
        </p:nvSpPr>
        <p:spPr>
          <a:xfrm>
            <a:off x="457200" y="12765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/>
              <a:t>La IA generativa acelera la síntesis estratégica y mejora la alineación inmediata; siguiente fase incluye panel histórico, roles granulares, métricas longitudinales de ejecución y despliegue en la nube con monitoreo, además de refinar prompts con ejemplos para elevar consistencia y evitar redundancias desde origen.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80875" y="4819001"/>
            <a:ext cx="2782250" cy="185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